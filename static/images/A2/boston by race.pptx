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ril Matute Cruz" userId="49948be8-95e3-4067-b25d-86db4e5da5ca" providerId="ADAL" clId="{4290FB59-2156-4905-8D58-3CBF6094F134}"/>
    <pc:docChg chg="delSld modSld">
      <pc:chgData name="Avril Matute Cruz" userId="49948be8-95e3-4067-b25d-86db4e5da5ca" providerId="ADAL" clId="{4290FB59-2156-4905-8D58-3CBF6094F134}" dt="2026-02-22T01:46:53.886" v="15" actId="47"/>
      <pc:docMkLst>
        <pc:docMk/>
      </pc:docMkLst>
      <pc:sldChg chg="modSp del mod">
        <pc:chgData name="Avril Matute Cruz" userId="49948be8-95e3-4067-b25d-86db4e5da5ca" providerId="ADAL" clId="{4290FB59-2156-4905-8D58-3CBF6094F134}" dt="2026-02-22T01:46:53.886" v="15" actId="47"/>
        <pc:sldMkLst>
          <pc:docMk/>
          <pc:sldMk cId="95992585" sldId="256"/>
        </pc:sldMkLst>
        <pc:spChg chg="mod">
          <ac:chgData name="Avril Matute Cruz" userId="49948be8-95e3-4067-b25d-86db4e5da5ca" providerId="ADAL" clId="{4290FB59-2156-4905-8D58-3CBF6094F134}" dt="2026-02-22T01:46:48.932" v="14" actId="20577"/>
          <ac:spMkLst>
            <pc:docMk/>
            <pc:sldMk cId="95992585" sldId="256"/>
            <ac:spMk id="2" creationId="{5BB3943D-A1B4-41C7-97C5-4029714D9B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Rates Across Time1">
            <a:extLst>
              <a:ext uri="{FF2B5EF4-FFF2-40B4-BE49-F238E27FC236}">
                <a16:creationId xmlns:a16="http://schemas.microsoft.com/office/drawing/2014/main" id="{1B3C4EC2-233E-40B8-B248-E8BE91421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91" y="0"/>
            <a:ext cx="65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Rates Across Time3">
            <a:extLst>
              <a:ext uri="{FF2B5EF4-FFF2-40B4-BE49-F238E27FC236}">
                <a16:creationId xmlns:a16="http://schemas.microsoft.com/office/drawing/2014/main" id="{A832B8D9-D67D-4B6F-8D57-76A22DE5C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91" y="0"/>
            <a:ext cx="65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Rates Across Time4">
            <a:extLst>
              <a:ext uri="{FF2B5EF4-FFF2-40B4-BE49-F238E27FC236}">
                <a16:creationId xmlns:a16="http://schemas.microsoft.com/office/drawing/2014/main" id="{6C92CB97-5AD9-423C-98B4-252D54A6E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91" y="0"/>
            <a:ext cx="65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Rates Across Time5">
            <a:extLst>
              <a:ext uri="{FF2B5EF4-FFF2-40B4-BE49-F238E27FC236}">
                <a16:creationId xmlns:a16="http://schemas.microsoft.com/office/drawing/2014/main" id="{E4BEDF7B-23EC-4E93-AAF9-A42D55BC7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91" y="0"/>
            <a:ext cx="65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Rates Across Time6">
            <a:extLst>
              <a:ext uri="{FF2B5EF4-FFF2-40B4-BE49-F238E27FC236}">
                <a16:creationId xmlns:a16="http://schemas.microsoft.com/office/drawing/2014/main" id="{3569EE8E-6283-4982-8E7D-9818D5195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91" y="0"/>
            <a:ext cx="65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Avril Matute Cruz</cp:lastModifiedBy>
  <cp:revision>1</cp:revision>
  <dcterms:created xsi:type="dcterms:W3CDTF">2026-02-22T01:43:43Z</dcterms:created>
  <dcterms:modified xsi:type="dcterms:W3CDTF">2026-02-22T01:47:00Z</dcterms:modified>
</cp:coreProperties>
</file>