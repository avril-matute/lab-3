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E7691E92-7FAC-4096-93E7-E1C7C0122388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boston by race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F3B573B5-AE72-48EB-8171-34DF22AE8F0D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21/02/2026 11:27:08 p. m.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atino Rates Across Time1" id="2" name="slide2">
            <a:extLst>
              <a:ext uri="{FF2B5EF4-FFF2-40B4-BE49-F238E27FC236}">
                <a16:creationId xmlns:a16="http://schemas.microsoft.com/office/drawing/2014/main" id="{0C0032CF-7EB1-4F43-94DE-9A345B4C45B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atino Rates Across Time2" id="3" name="slide3">
            <a:extLst>
              <a:ext uri="{FF2B5EF4-FFF2-40B4-BE49-F238E27FC236}">
                <a16:creationId xmlns:a16="http://schemas.microsoft.com/office/drawing/2014/main" id="{065D78DC-F817-49B4-B496-FB6E8C60BB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atino Rates Across Time3" id="4" name="slide4">
            <a:extLst>
              <a:ext uri="{FF2B5EF4-FFF2-40B4-BE49-F238E27FC236}">
                <a16:creationId xmlns:a16="http://schemas.microsoft.com/office/drawing/2014/main" id="{77D3C823-3534-461A-AE5F-AF5C7612565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atino Rates Across Time4" id="5" name="slide5">
            <a:extLst>
              <a:ext uri="{FF2B5EF4-FFF2-40B4-BE49-F238E27FC236}">
                <a16:creationId xmlns:a16="http://schemas.microsoft.com/office/drawing/2014/main" id="{A0C7F838-87D4-461C-94E6-693B24589F3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atino Rates Across Time5" id="6" name="slide6">
            <a:extLst>
              <a:ext uri="{FF2B5EF4-FFF2-40B4-BE49-F238E27FC236}">
                <a16:creationId xmlns:a16="http://schemas.microsoft.com/office/drawing/2014/main" id="{9BB22BDE-CE94-429A-BA76-135C31F8F18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2026-02-22T04:27:10Z</dcterms:created>
  <dcterms:modified xsi:type="dcterms:W3CDTF">2026-02-22T04:27:10Z</dcterms:modified>
</cp:coreProperties>
</file>