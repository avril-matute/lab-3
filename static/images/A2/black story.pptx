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DC7CD6C-93E5-453D-89CA-7181AABF5D2C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boston by race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605E223-C8AB-4BC2-A6D2-93A8A631DC26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21/02/2026 11:33:34 p. m.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ck Story1" id="2" name="slide2">
            <a:extLst>
              <a:ext uri="{FF2B5EF4-FFF2-40B4-BE49-F238E27FC236}">
                <a16:creationId xmlns:a16="http://schemas.microsoft.com/office/drawing/2014/main" id="{620EE0A2-1F0D-4C77-AF63-5624D8AFFA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ck Story2" id="3" name="slide3">
            <a:extLst>
              <a:ext uri="{FF2B5EF4-FFF2-40B4-BE49-F238E27FC236}">
                <a16:creationId xmlns:a16="http://schemas.microsoft.com/office/drawing/2014/main" id="{872C96D5-B765-4935-AC4C-BC613BC4E6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ck Story3" id="4" name="slide4">
            <a:extLst>
              <a:ext uri="{FF2B5EF4-FFF2-40B4-BE49-F238E27FC236}">
                <a16:creationId xmlns:a16="http://schemas.microsoft.com/office/drawing/2014/main" id="{F82EA9B7-25A0-4992-AEB8-0BA23EDDCD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ck Story4" id="5" name="slide5">
            <a:extLst>
              <a:ext uri="{FF2B5EF4-FFF2-40B4-BE49-F238E27FC236}">
                <a16:creationId xmlns:a16="http://schemas.microsoft.com/office/drawing/2014/main" id="{CE9B3816-426B-4926-9B96-9C6A3B5662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ck Story5" id="6" name="slide6">
            <a:extLst>
              <a:ext uri="{FF2B5EF4-FFF2-40B4-BE49-F238E27FC236}">
                <a16:creationId xmlns:a16="http://schemas.microsoft.com/office/drawing/2014/main" id="{97578724-ABBB-4B9F-A536-2E0A81E193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2026-02-22T04:33:35Z</dcterms:created>
  <dcterms:modified xsi:type="dcterms:W3CDTF">2026-02-22T04:33:35Z</dcterms:modified>
</cp:coreProperties>
</file>