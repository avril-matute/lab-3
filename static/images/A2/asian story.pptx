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EAFA573-9DD1-4A2E-836D-452F2AED14E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boston by race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A45044A-E136-49DB-896F-B65EB57EC611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21/02/2026 11:45:04 p. m.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41" id="2" name="slide2">
            <a:extLst>
              <a:ext uri="{FF2B5EF4-FFF2-40B4-BE49-F238E27FC236}">
                <a16:creationId xmlns:a16="http://schemas.microsoft.com/office/drawing/2014/main" id="{BBE46C0E-D46B-40C1-8C6B-6855CD6AE7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42" id="3" name="slide3">
            <a:extLst>
              <a:ext uri="{FF2B5EF4-FFF2-40B4-BE49-F238E27FC236}">
                <a16:creationId xmlns:a16="http://schemas.microsoft.com/office/drawing/2014/main" id="{734529DD-0389-4B87-89F1-E770176A67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43" id="4" name="slide4">
            <a:extLst>
              <a:ext uri="{FF2B5EF4-FFF2-40B4-BE49-F238E27FC236}">
                <a16:creationId xmlns:a16="http://schemas.microsoft.com/office/drawing/2014/main" id="{EE5C5217-2B45-49C2-AE43-BAA972B1E9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44" id="5" name="slide5">
            <a:extLst>
              <a:ext uri="{FF2B5EF4-FFF2-40B4-BE49-F238E27FC236}">
                <a16:creationId xmlns:a16="http://schemas.microsoft.com/office/drawing/2014/main" id="{C48DF0F0-6352-46A3-9E01-C940F6C5E8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45" id="6" name="slide6">
            <a:extLst>
              <a:ext uri="{FF2B5EF4-FFF2-40B4-BE49-F238E27FC236}">
                <a16:creationId xmlns:a16="http://schemas.microsoft.com/office/drawing/2014/main" id="{B4528068-0A0A-42C8-AD64-82DADD5584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2026-02-22T04:45:05Z</dcterms:created>
  <dcterms:modified xsi:type="dcterms:W3CDTF">2026-02-22T04:45:05Z</dcterms:modified>
</cp:coreProperties>
</file>